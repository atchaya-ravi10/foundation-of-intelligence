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66" r:id="rId3"/>
    <p:sldId id="267" r:id="rId4"/>
    <p:sldId id="257" r:id="rId5"/>
    <p:sldId id="258" r:id="rId6"/>
    <p:sldId id="259" r:id="rId7"/>
    <p:sldId id="260" r:id="rId8"/>
    <p:sldId id="261" r:id="rId9"/>
    <p:sldId id="268" r:id="rId10"/>
    <p:sldId id="269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44" d="100"/>
          <a:sy n="44" d="100"/>
        </p:scale>
        <p:origin x="20" y="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77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37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88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22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136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954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8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904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223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54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41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703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000" b="1">
                <a:solidFill>
                  <a:srgbClr val="F3F4F6"/>
                </a:solidFill>
                <a:latin typeface="Arial"/>
              </a:defRPr>
            </a:pPr>
            <a:r>
              <a:t>MINI-INVESTIGATION</a:t>
            </a:r>
            <a:r>
              <a:rPr lang="en-IN"/>
              <a:t> REPORT</a:t>
            </a:r>
          </a:p>
          <a:p>
            <a:pPr>
              <a:spcAft>
                <a:spcPts val="2000"/>
              </a:spcAft>
              <a:defRPr sz="4000" b="1">
                <a:solidFill>
                  <a:srgbClr val="F3F4F6"/>
                </a:solidFill>
                <a:latin typeface="Arial"/>
              </a:defRPr>
            </a:pPr>
            <a:r>
              <a:rPr lang="en-IN"/>
              <a:t>COMPANY</a:t>
            </a:r>
            <a:r>
              <a:t>: GOOGLE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4439BF-6D7D-AA3C-BA53-A6F6517D1FCE}"/>
              </a:ext>
            </a:extLst>
          </p:cNvPr>
          <p:cNvSpPr txBox="1"/>
          <p:nvPr/>
        </p:nvSpPr>
        <p:spPr>
          <a:xfrm>
            <a:off x="914400" y="4705564"/>
            <a:ext cx="10469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PREPARED BY:  ATCHAYA R</a:t>
            </a:r>
          </a:p>
          <a:p>
            <a:r>
              <a:rPr lang="en-IN" dirty="0">
                <a:solidFill>
                  <a:schemeClr val="bg1"/>
                </a:solidFill>
              </a:rPr>
              <a:t>DATE: July 9,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1C9D4-CC8A-E87F-BE18-A9273B01C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396" y="2825880"/>
            <a:ext cx="3575404" cy="14201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6100CF-3975-E0B9-D9AA-9026FB7D9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64" y="1114679"/>
            <a:ext cx="8928243" cy="4715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F510D8-C1F1-98C9-E8F2-A98C79A16716}"/>
              </a:ext>
            </a:extLst>
          </p:cNvPr>
          <p:cNvSpPr txBox="1"/>
          <p:nvPr/>
        </p:nvSpPr>
        <p:spPr>
          <a:xfrm>
            <a:off x="585626" y="468348"/>
            <a:ext cx="99351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rPr lang="en-IN" dirty="0"/>
              <a:t>COMPANY OVERVIEW</a:t>
            </a:r>
          </a:p>
        </p:txBody>
      </p:sp>
    </p:spTree>
    <p:extLst>
      <p:ext uri="{BB962C8B-B14F-4D97-AF65-F5344CB8AC3E}">
        <p14:creationId xmlns:p14="http://schemas.microsoft.com/office/powerpoint/2010/main" val="2276410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0429BA-9FF5-EDFD-30E4-AB5EC0AB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82" y="1142804"/>
            <a:ext cx="7993294" cy="49703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104394-B227-F62F-8EF9-3D0F49C72DCF}"/>
              </a:ext>
            </a:extLst>
          </p:cNvPr>
          <p:cNvSpPr txBox="1"/>
          <p:nvPr/>
        </p:nvSpPr>
        <p:spPr>
          <a:xfrm>
            <a:off x="698642" y="380614"/>
            <a:ext cx="8722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rPr lang="en-IN" dirty="0"/>
              <a:t>MAJOR MILESTONES TIMELINE</a:t>
            </a:r>
          </a:p>
        </p:txBody>
      </p:sp>
    </p:spTree>
    <p:extLst>
      <p:ext uri="{BB962C8B-B14F-4D97-AF65-F5344CB8AC3E}">
        <p14:creationId xmlns:p14="http://schemas.microsoft.com/office/powerpoint/2010/main" val="612893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rPr dirty="0"/>
              <a:t>Executive Summary &amp; Target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Target Entity: </a:t>
            </a:r>
            <a:r>
              <a:rPr lang="en-IN" sz="1600" b="1" dirty="0"/>
              <a:t>Google LLC (Alphabet Inc.)</a:t>
            </a:r>
            <a:r>
              <a:rPr lang="en-IN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Objective: </a:t>
            </a:r>
            <a:r>
              <a:rPr lang="en-IN" sz="1600" dirty="0" err="1"/>
              <a:t>Analyze</a:t>
            </a:r>
            <a:r>
              <a:rPr lang="en-IN" sz="1600" dirty="0"/>
              <a:t> Google's digital footprint, infrastructure, technology stack, and online presence.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Sources Used: Official Website </a:t>
            </a:r>
          </a:p>
          <a:p>
            <a:r>
              <a:rPr lang="en-IN" sz="1600" dirty="0"/>
              <a:t>		WHOIS </a:t>
            </a:r>
          </a:p>
          <a:p>
            <a:r>
              <a:rPr lang="en-IN" sz="1600" dirty="0"/>
              <a:t>		DNS Lookup </a:t>
            </a:r>
          </a:p>
          <a:p>
            <a:r>
              <a:rPr lang="en-IN" sz="1600" dirty="0"/>
              <a:t>		</a:t>
            </a:r>
            <a:r>
              <a:rPr lang="en-IN" sz="1600" dirty="0" err="1"/>
              <a:t>BuiltWith</a:t>
            </a:r>
            <a:r>
              <a:rPr lang="en-IN" sz="1600" dirty="0"/>
              <a:t> </a:t>
            </a:r>
          </a:p>
          <a:p>
            <a:r>
              <a:rPr lang="en-IN" sz="1600" dirty="0"/>
              <a:t>		Wayback Machine </a:t>
            </a:r>
          </a:p>
          <a:p>
            <a:r>
              <a:rPr lang="en-IN" sz="1600" dirty="0"/>
              <a:t>		Google Search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Investigation Scope: Domain Analysis </a:t>
            </a:r>
          </a:p>
          <a:p>
            <a:r>
              <a:rPr lang="en-IN" sz="1600" dirty="0"/>
              <a:t>		DNS Infrastructure </a:t>
            </a:r>
          </a:p>
          <a:p>
            <a:r>
              <a:rPr lang="en-IN" sz="1600" dirty="0"/>
              <a:t>		Technology Stack </a:t>
            </a:r>
          </a:p>
          <a:p>
            <a:r>
              <a:rPr lang="en-IN" sz="1600" dirty="0"/>
              <a:t>		Digital Footprint </a:t>
            </a:r>
          </a:p>
          <a:p>
            <a:r>
              <a:rPr lang="en-IN" sz="1600" dirty="0"/>
              <a:t>		Metadata </a:t>
            </a:r>
          </a:p>
          <a:p>
            <a:r>
              <a:rPr lang="en-IN" sz="1600" dirty="0"/>
              <a:t>		Historical Analysis </a:t>
            </a:r>
          </a:p>
          <a:p>
            <a:r>
              <a:rPr lang="en-IN" sz="1600" dirty="0"/>
              <a:t>		Ethical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OSINT Mini-Investigation: Target Google | Page 2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rPr dirty="0"/>
              <a:t>Infrastructure &amp; DNS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36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Primary Domain:</a:t>
            </a:r>
            <a:r>
              <a:rPr lang="en-IN" sz="1600" dirty="0"/>
              <a:t> </a:t>
            </a:r>
            <a:r>
              <a:rPr lang="en-IN" sz="1600" b="1" dirty="0"/>
              <a:t>google.com</a:t>
            </a:r>
            <a:r>
              <a:rPr lang="en-IN" sz="1600" dirty="0"/>
              <a:t> 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Authoritative Name Servers:</a:t>
            </a:r>
            <a:r>
              <a:rPr lang="en-IN" sz="1600" dirty="0"/>
              <a:t> Google uses its own name servers (</a:t>
            </a:r>
            <a:r>
              <a:rPr lang="en-IN" sz="1600" b="1" dirty="0"/>
              <a:t>ns1.google.com</a:t>
            </a:r>
            <a:r>
              <a:rPr lang="en-IN" sz="1600" dirty="0"/>
              <a:t> to </a:t>
            </a:r>
            <a:r>
              <a:rPr lang="en-IN" sz="1600" b="1" dirty="0"/>
              <a:t>ns4.google.com</a:t>
            </a:r>
            <a:r>
              <a:rPr lang="en-IN" sz="1600" dirty="0"/>
              <a:t>) to manage and distribute DNS requests globally. 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Autonomous System (ASN 15169):</a:t>
            </a:r>
            <a:r>
              <a:rPr lang="en-IN" sz="1600" dirty="0"/>
              <a:t> Google operates its own global network infrastructure, allowing efficient routing of internet traffic across its data </a:t>
            </a:r>
            <a:r>
              <a:rPr lang="en-IN" sz="1600" dirty="0" err="1"/>
              <a:t>centers</a:t>
            </a:r>
            <a:r>
              <a:rPr lang="en-IN" sz="1600" dirty="0"/>
              <a:t> worldwide. 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Mail Infrastructure:</a:t>
            </a:r>
            <a:r>
              <a:rPr lang="en-IN" sz="1600" dirty="0"/>
              <a:t> Google uses a highly available and redundant email infrastructure to support services such as Gmail and Google Workspace. 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DNS Security:</a:t>
            </a:r>
            <a:r>
              <a:rPr lang="en-IN" sz="1600" dirty="0"/>
              <a:t> Google implements security mechanisms such as </a:t>
            </a:r>
            <a:r>
              <a:rPr lang="en-IN" sz="1600" b="1" dirty="0"/>
              <a:t>SPF</a:t>
            </a:r>
            <a:r>
              <a:rPr lang="en-IN" sz="1600" dirty="0"/>
              <a:t>, </a:t>
            </a:r>
            <a:r>
              <a:rPr lang="en-IN" sz="1600" b="1" dirty="0"/>
              <a:t>DKIM</a:t>
            </a:r>
            <a:r>
              <a:rPr lang="en-IN" sz="1600" dirty="0"/>
              <a:t>, and </a:t>
            </a:r>
            <a:r>
              <a:rPr lang="en-IN" sz="1600" b="1" dirty="0"/>
              <a:t>DMARC</a:t>
            </a:r>
            <a:r>
              <a:rPr lang="en-IN" sz="1600" dirty="0"/>
              <a:t> to protect against email spoofing and phishing attacks. 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Global Infrastructure:</a:t>
            </a:r>
            <a:r>
              <a:rPr lang="en-IN" sz="1600" dirty="0"/>
              <a:t> Google's worldwide network of data </a:t>
            </a:r>
            <a:r>
              <a:rPr lang="en-IN" sz="1600" dirty="0" err="1"/>
              <a:t>centers</a:t>
            </a:r>
            <a:r>
              <a:rPr lang="en-IN" sz="1600" dirty="0"/>
              <a:t> and Content Delivery Networks (CDNs) provides fast, reliable, and secure access to its services.</a:t>
            </a:r>
            <a:endParaRPr sz="1600" b="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OSINT Mini-Investigation: Target Google | Page 3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Technology Stack Mapping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645920"/>
          <a:ext cx="108200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3F4F6"/>
                          </a:solidFill>
                        </a:defRPr>
                      </a:pPr>
                      <a:r>
                        <a:t>Technology Category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3F4F6"/>
                          </a:solidFill>
                        </a:defRPr>
                      </a:pPr>
                      <a:r>
                        <a:t>Detected Technology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3F4F6"/>
                          </a:solidFill>
                        </a:defRPr>
                      </a:pPr>
                      <a:r>
                        <a:t>Intelligence Observation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Web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Google Web Server (GWS)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Proprietary minimalist web framework optimized for ultra-low latency delivery.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Core Architecture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Borg / Kubernetes Orchestration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Enterprise container framework originally engineered internally by Google.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Edge CDN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Google Global Cache (GGC)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Edge nodes deployed inside localized global ISP networks to cache dynamic rich assets.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Security Controls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TLS 1.3 / BoringSSL / HSTS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rPr dirty="0"/>
                        <a:t>Mandatory transit encryption layer across all primary and secondary corporate nodes.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OSINT Mini-Investigation: Target Google | Page 4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Advanced Search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F2937"/>
                </a:solidFill>
                <a:latin typeface="Arial"/>
              </a:rPr>
              <a:t>Google Dorking Methodology: </a:t>
            </a:r>
            <a:r>
              <a:rPr sz="1600" b="0">
                <a:solidFill>
                  <a:srgbClr val="1F2937"/>
                </a:solidFill>
                <a:latin typeface="Arial"/>
              </a:rPr>
              <a:t>Using advanced search string filters to systematically audit exposed assets and sensitive document repositories.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OSINT Mini-Investigation: Target Google | Page 5 of 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A08BEE-9929-A2A7-E820-744501E35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42" y="2321960"/>
            <a:ext cx="10572153" cy="3349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rPr dirty="0"/>
              <a:t>Digital Footprints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OSINT Mini-Investigation: Target Google | Page 6 of 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A20DD3-F97F-1B6B-081B-817658E54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9567809" cy="40223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B57DD-BC29-5E89-06A4-5EE87D88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6786C0-9B23-6349-9ECA-BFBB64FB5878}"/>
              </a:ext>
            </a:extLst>
          </p:cNvPr>
          <p:cNvSpPr txBox="1"/>
          <p:nvPr/>
        </p:nvSpPr>
        <p:spPr>
          <a:xfrm>
            <a:off x="685800" y="457200"/>
            <a:ext cx="10820095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rPr lang="en-IN" dirty="0"/>
              <a:t>Metadata Analysis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1FCEE-636F-C366-EA72-6BC0423767C4}"/>
              </a:ext>
            </a:extLst>
          </p:cNvPr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OSINT Mini-Investigation: Target Google | Page 6 of 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62DA28-53DF-E2F5-E798-175EC397D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220423"/>
            <a:ext cx="9423971" cy="402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817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001BC-6815-2513-EA9B-32DB48362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6E8923-DBE0-7ED0-7721-87B0ABD11ECD}"/>
              </a:ext>
            </a:extLst>
          </p:cNvPr>
          <p:cNvSpPr txBox="1"/>
          <p:nvPr/>
        </p:nvSpPr>
        <p:spPr>
          <a:xfrm>
            <a:off x="685800" y="457200"/>
            <a:ext cx="10820095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rPr lang="en-IN" sz="3600" b="1" dirty="0"/>
              <a:t>Historical Website Evolution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90FE7C-F627-B044-D48A-D48CEB1A3B23}"/>
              </a:ext>
            </a:extLst>
          </p:cNvPr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OSINT Mini-Investigation: Target Google | Page 6 of 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C52AD0-F63E-E77C-90E8-DBA38635A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85017"/>
            <a:ext cx="10050694" cy="400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34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rPr dirty="0"/>
              <a:t>Ethical Boundaries &amp; Legal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531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OSINT Mini-Investigation: Target Google | Page 8 of 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BA05EA-3B24-65B3-A3C0-3B9BF5934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91079"/>
            <a:ext cx="10050694" cy="40412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rPr lang="en-IN" sz="3600" b="1" dirty="0"/>
              <a:t>Key Findings &amp; Conclusion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067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Google has maintained a strong and trusted digital presence since its founding in 1998. 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The company operates a secure and well-managed domain with reliable DNS infrastructure. 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Google uses modern technologies, cloud infrastructure, and HTTPS encryption to ensure performance and security.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Historical analysis shows Google's evolution from a simple search engine to a global technology ecosystem. 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Google has a significant digital footprint through products such as Search, Gmail, Maps, Chrome, Android, YouTube, and Gemini AI. 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The company demonstrates a strong commitment to innovation, cybersecurity, and responsible AI development.</a:t>
            </a:r>
            <a:endParaRPr sz="2000" b="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OSINT Mini-Investigation: Target Google | Page 9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199</TotalTime>
  <Words>558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Atchaya Ravi</cp:lastModifiedBy>
  <cp:revision>6</cp:revision>
  <dcterms:created xsi:type="dcterms:W3CDTF">2013-01-27T09:14:16Z</dcterms:created>
  <dcterms:modified xsi:type="dcterms:W3CDTF">2026-07-09T13:52:44Z</dcterms:modified>
  <cp:category/>
</cp:coreProperties>
</file>